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CE54"/>
                </a:solidFill>
              </a:defRPr>
            </a:pPr>
            <a:r>
              <a:t>Random Topics: A Quick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DD"/>
                </a:solidFill>
              </a:defRPr>
            </a:pPr>
            <a:r>
              <a:t>Space  •  Ocean  •  Animals  • 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5AEA"/>
                </a:solidFill>
              </a:defRPr>
            </a:pPr>
            <a:r>
              <a:t>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 A day on Venus is longer than a year on Venus.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2.  Neutron stars spin up to 600 times per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3.  There are more stars than grains of sand on Earth.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9EDA"/>
                </a:solidFill>
              </a:defRPr>
            </a:pPr>
            <a:r>
              <a:t>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 More people have walked on the Moon than reached the deepest ocean.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2.  The Great Barrier Reef is visible from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3.  90% of volcanic activity happens underwater.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BB6A"/>
                </a:solidFill>
              </a:defRPr>
            </a:pPr>
            <a:r>
              <a:t>Animals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 Octopuses have three hearts and blue blood.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2.  A group of flamingos is called a 'flamboyance'.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3.  Cows have best friends and get stressed when separated.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06C75"/>
                </a:solidFill>
              </a:defRPr>
            </a:pPr>
            <a:r>
              <a:t>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 The first computer 'bug' was an actual moth.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2.  More data was created in the last 2 years than in all of history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3.  The QWERTY layout was designed to slow typists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